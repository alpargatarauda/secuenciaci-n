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383625" cx="15119350"/>
  <p:notesSz cx="6858000" cy="9144000"/>
  <p:embeddedFontLst>
    <p:embeddedFont>
      <p:font typeface="Play"/>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gfc9g8AcVEqp9Q5drmmYuhn9k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133951" y="3499590"/>
            <a:ext cx="12851448" cy="744466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1889919" y="11231355"/>
            <a:ext cx="11339513" cy="51627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654"/>
              </a:spcBef>
              <a:spcAft>
                <a:spcPts val="0"/>
              </a:spcAft>
              <a:buClr>
                <a:schemeClr val="dk1"/>
              </a:buClr>
              <a:buSzPts val="3968"/>
              <a:buNone/>
              <a:defRPr sz="3968"/>
            </a:lvl1pPr>
            <a:lvl2pPr lvl="1" algn="ctr">
              <a:lnSpc>
                <a:spcPct val="90000"/>
              </a:lnSpc>
              <a:spcBef>
                <a:spcPts val="827"/>
              </a:spcBef>
              <a:spcAft>
                <a:spcPts val="0"/>
              </a:spcAft>
              <a:buClr>
                <a:schemeClr val="dk1"/>
              </a:buClr>
              <a:buSzPts val="3307"/>
              <a:buNone/>
              <a:defRPr sz="3307"/>
            </a:lvl2pPr>
            <a:lvl3pPr lvl="2" algn="ctr">
              <a:lnSpc>
                <a:spcPct val="90000"/>
              </a:lnSpc>
              <a:spcBef>
                <a:spcPts val="827"/>
              </a:spcBef>
              <a:spcAft>
                <a:spcPts val="0"/>
              </a:spcAft>
              <a:buClr>
                <a:schemeClr val="dk1"/>
              </a:buClr>
              <a:buSzPts val="2976"/>
              <a:buNone/>
              <a:defRPr sz="2976"/>
            </a:lvl3pPr>
            <a:lvl4pPr lvl="3" algn="ctr">
              <a:lnSpc>
                <a:spcPct val="90000"/>
              </a:lnSpc>
              <a:spcBef>
                <a:spcPts val="827"/>
              </a:spcBef>
              <a:spcAft>
                <a:spcPts val="0"/>
              </a:spcAft>
              <a:buClr>
                <a:schemeClr val="dk1"/>
              </a:buClr>
              <a:buSzPts val="2646"/>
              <a:buNone/>
              <a:defRPr sz="2646"/>
            </a:lvl4pPr>
            <a:lvl5pPr lvl="4" algn="ctr">
              <a:lnSpc>
                <a:spcPct val="90000"/>
              </a:lnSpc>
              <a:spcBef>
                <a:spcPts val="827"/>
              </a:spcBef>
              <a:spcAft>
                <a:spcPts val="0"/>
              </a:spcAft>
              <a:buClr>
                <a:schemeClr val="dk1"/>
              </a:buClr>
              <a:buSzPts val="2646"/>
              <a:buNone/>
              <a:defRPr sz="2646"/>
            </a:lvl5pPr>
            <a:lvl6pPr lvl="5" algn="ctr">
              <a:lnSpc>
                <a:spcPct val="90000"/>
              </a:lnSpc>
              <a:spcBef>
                <a:spcPts val="827"/>
              </a:spcBef>
              <a:spcAft>
                <a:spcPts val="0"/>
              </a:spcAft>
              <a:buClr>
                <a:schemeClr val="dk1"/>
              </a:buClr>
              <a:buSzPts val="2646"/>
              <a:buNone/>
              <a:defRPr sz="2646"/>
            </a:lvl6pPr>
            <a:lvl7pPr lvl="6" algn="ctr">
              <a:lnSpc>
                <a:spcPct val="90000"/>
              </a:lnSpc>
              <a:spcBef>
                <a:spcPts val="827"/>
              </a:spcBef>
              <a:spcAft>
                <a:spcPts val="0"/>
              </a:spcAft>
              <a:buClr>
                <a:schemeClr val="dk1"/>
              </a:buClr>
              <a:buSzPts val="2646"/>
              <a:buNone/>
              <a:defRPr sz="2646"/>
            </a:lvl7pPr>
            <a:lvl8pPr lvl="7" algn="ctr">
              <a:lnSpc>
                <a:spcPct val="90000"/>
              </a:lnSpc>
              <a:spcBef>
                <a:spcPts val="827"/>
              </a:spcBef>
              <a:spcAft>
                <a:spcPts val="0"/>
              </a:spcAft>
              <a:buClr>
                <a:schemeClr val="dk1"/>
              </a:buClr>
              <a:buSzPts val="2646"/>
              <a:buNone/>
              <a:defRPr sz="2646"/>
            </a:lvl8pPr>
            <a:lvl9pPr lvl="8" algn="ctr">
              <a:lnSpc>
                <a:spcPct val="90000"/>
              </a:lnSpc>
              <a:spcBef>
                <a:spcPts val="827"/>
              </a:spcBef>
              <a:spcAft>
                <a:spcPts val="0"/>
              </a:spcAft>
              <a:buClr>
                <a:schemeClr val="dk1"/>
              </a:buClr>
              <a:buSzPts val="2646"/>
              <a:buNone/>
              <a:defRPr sz="2646"/>
            </a:lvl9pPr>
          </a:lstStyle>
          <a:p/>
        </p:txBody>
      </p:sp>
      <p:sp>
        <p:nvSpPr>
          <p:cNvPr id="14" name="Google Shape;14;p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20" name="Google Shape;20;p4"/>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1031582" y="5331063"/>
            <a:ext cx="13040439" cy="88949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1031582" y="14310205"/>
            <a:ext cx="13040439" cy="46776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rgbClr val="757575"/>
              </a:buClr>
              <a:buSzPts val="3968"/>
              <a:buNone/>
              <a:defRPr sz="3968">
                <a:solidFill>
                  <a:srgbClr val="757575"/>
                </a:solidFill>
              </a:defRPr>
            </a:lvl1pPr>
            <a:lvl2pPr indent="-228600" lvl="1" marL="914400" algn="l">
              <a:lnSpc>
                <a:spcPct val="90000"/>
              </a:lnSpc>
              <a:spcBef>
                <a:spcPts val="827"/>
              </a:spcBef>
              <a:spcAft>
                <a:spcPts val="0"/>
              </a:spcAft>
              <a:buClr>
                <a:srgbClr val="757575"/>
              </a:buClr>
              <a:buSzPts val="3307"/>
              <a:buNone/>
              <a:defRPr sz="3307">
                <a:solidFill>
                  <a:srgbClr val="757575"/>
                </a:solidFill>
              </a:defRPr>
            </a:lvl2pPr>
            <a:lvl3pPr indent="-228600" lvl="2" marL="1371600" algn="l">
              <a:lnSpc>
                <a:spcPct val="90000"/>
              </a:lnSpc>
              <a:spcBef>
                <a:spcPts val="827"/>
              </a:spcBef>
              <a:spcAft>
                <a:spcPts val="0"/>
              </a:spcAft>
              <a:buClr>
                <a:srgbClr val="757575"/>
              </a:buClr>
              <a:buSzPts val="2976"/>
              <a:buNone/>
              <a:defRPr sz="2976">
                <a:solidFill>
                  <a:srgbClr val="757575"/>
                </a:solidFill>
              </a:defRPr>
            </a:lvl3pPr>
            <a:lvl4pPr indent="-228600" lvl="3" marL="1828800" algn="l">
              <a:lnSpc>
                <a:spcPct val="90000"/>
              </a:lnSpc>
              <a:spcBef>
                <a:spcPts val="827"/>
              </a:spcBef>
              <a:spcAft>
                <a:spcPts val="0"/>
              </a:spcAft>
              <a:buClr>
                <a:srgbClr val="757575"/>
              </a:buClr>
              <a:buSzPts val="2646"/>
              <a:buNone/>
              <a:defRPr sz="2646">
                <a:solidFill>
                  <a:srgbClr val="757575"/>
                </a:solidFill>
              </a:defRPr>
            </a:lvl4pPr>
            <a:lvl5pPr indent="-228600" lvl="4" marL="2286000" algn="l">
              <a:lnSpc>
                <a:spcPct val="90000"/>
              </a:lnSpc>
              <a:spcBef>
                <a:spcPts val="827"/>
              </a:spcBef>
              <a:spcAft>
                <a:spcPts val="0"/>
              </a:spcAft>
              <a:buClr>
                <a:srgbClr val="757575"/>
              </a:buClr>
              <a:buSzPts val="2646"/>
              <a:buNone/>
              <a:defRPr sz="2646">
                <a:solidFill>
                  <a:srgbClr val="757575"/>
                </a:solidFill>
              </a:defRPr>
            </a:lvl5pPr>
            <a:lvl6pPr indent="-228600" lvl="5" marL="2743200" algn="l">
              <a:lnSpc>
                <a:spcPct val="90000"/>
              </a:lnSpc>
              <a:spcBef>
                <a:spcPts val="827"/>
              </a:spcBef>
              <a:spcAft>
                <a:spcPts val="0"/>
              </a:spcAft>
              <a:buClr>
                <a:srgbClr val="757575"/>
              </a:buClr>
              <a:buSzPts val="2646"/>
              <a:buNone/>
              <a:defRPr sz="2646">
                <a:solidFill>
                  <a:srgbClr val="757575"/>
                </a:solidFill>
              </a:defRPr>
            </a:lvl6pPr>
            <a:lvl7pPr indent="-228600" lvl="6" marL="3200400" algn="l">
              <a:lnSpc>
                <a:spcPct val="90000"/>
              </a:lnSpc>
              <a:spcBef>
                <a:spcPts val="827"/>
              </a:spcBef>
              <a:spcAft>
                <a:spcPts val="0"/>
              </a:spcAft>
              <a:buClr>
                <a:srgbClr val="757575"/>
              </a:buClr>
              <a:buSzPts val="2646"/>
              <a:buNone/>
              <a:defRPr sz="2646">
                <a:solidFill>
                  <a:srgbClr val="757575"/>
                </a:solidFill>
              </a:defRPr>
            </a:lvl7pPr>
            <a:lvl8pPr indent="-228600" lvl="7" marL="3657600" algn="l">
              <a:lnSpc>
                <a:spcPct val="90000"/>
              </a:lnSpc>
              <a:spcBef>
                <a:spcPts val="827"/>
              </a:spcBef>
              <a:spcAft>
                <a:spcPts val="0"/>
              </a:spcAft>
              <a:buClr>
                <a:srgbClr val="757575"/>
              </a:buClr>
              <a:buSzPts val="2646"/>
              <a:buNone/>
              <a:defRPr sz="2646">
                <a:solidFill>
                  <a:srgbClr val="757575"/>
                </a:solidFill>
              </a:defRPr>
            </a:lvl8pPr>
            <a:lvl9pPr indent="-228600" lvl="8" marL="4114800" algn="l">
              <a:lnSpc>
                <a:spcPct val="90000"/>
              </a:lnSpc>
              <a:spcBef>
                <a:spcPts val="827"/>
              </a:spcBef>
              <a:spcAft>
                <a:spcPts val="0"/>
              </a:spcAft>
              <a:buClr>
                <a:srgbClr val="757575"/>
              </a:buClr>
              <a:buSzPts val="2646"/>
              <a:buNone/>
              <a:defRPr sz="2646">
                <a:solidFill>
                  <a:srgbClr val="757575"/>
                </a:solidFill>
              </a:defRPr>
            </a:lvl9pPr>
          </a:lstStyle>
          <a:p/>
        </p:txBody>
      </p:sp>
      <p:sp>
        <p:nvSpPr>
          <p:cNvPr id="26" name="Google Shape;26;p5"/>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1039455"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2" name="Google Shape;32;p6"/>
          <p:cNvSpPr txBox="1"/>
          <p:nvPr>
            <p:ph idx="2" type="body"/>
          </p:nvPr>
        </p:nvSpPr>
        <p:spPr>
          <a:xfrm>
            <a:off x="7654171"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3" name="Google Shape;33;p6"/>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1041425"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1041426" y="5241960"/>
            <a:ext cx="63961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39" name="Google Shape;39;p7"/>
          <p:cNvSpPr txBox="1"/>
          <p:nvPr>
            <p:ph idx="2" type="body"/>
          </p:nvPr>
        </p:nvSpPr>
        <p:spPr>
          <a:xfrm>
            <a:off x="1041426" y="7810963"/>
            <a:ext cx="63961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0" name="Google Shape;40;p7"/>
          <p:cNvSpPr txBox="1"/>
          <p:nvPr>
            <p:ph idx="3" type="body"/>
          </p:nvPr>
        </p:nvSpPr>
        <p:spPr>
          <a:xfrm>
            <a:off x="7654172" y="5241960"/>
            <a:ext cx="64276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41" name="Google Shape;41;p7"/>
          <p:cNvSpPr txBox="1"/>
          <p:nvPr>
            <p:ph idx="4" type="body"/>
          </p:nvPr>
        </p:nvSpPr>
        <p:spPr>
          <a:xfrm>
            <a:off x="7654172" y="7810963"/>
            <a:ext cx="64276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2" name="Google Shape;42;p7"/>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6427693" y="3078850"/>
            <a:ext cx="7654171" cy="15196234"/>
          </a:xfrm>
          <a:prstGeom prst="rect">
            <a:avLst/>
          </a:prstGeom>
          <a:noFill/>
          <a:ln>
            <a:noFill/>
          </a:ln>
        </p:spPr>
        <p:txBody>
          <a:bodyPr anchorCtr="0" anchor="t" bIns="45700" lIns="91425" spcFirstLastPara="1" rIns="91425" wrap="square" tIns="45700">
            <a:normAutofit/>
          </a:bodyPr>
          <a:lstStyle>
            <a:lvl1pPr indent="-564578" lvl="0" marL="457200" algn="l">
              <a:lnSpc>
                <a:spcPct val="90000"/>
              </a:lnSpc>
              <a:spcBef>
                <a:spcPts val="1654"/>
              </a:spcBef>
              <a:spcAft>
                <a:spcPts val="0"/>
              </a:spcAft>
              <a:buClr>
                <a:schemeClr val="dk1"/>
              </a:buClr>
              <a:buSzPts val="5291"/>
              <a:buChar char="•"/>
              <a:defRPr sz="5291"/>
            </a:lvl1pPr>
            <a:lvl2pPr indent="-522605" lvl="1" marL="914400" algn="l">
              <a:lnSpc>
                <a:spcPct val="90000"/>
              </a:lnSpc>
              <a:spcBef>
                <a:spcPts val="827"/>
              </a:spcBef>
              <a:spcAft>
                <a:spcPts val="0"/>
              </a:spcAft>
              <a:buClr>
                <a:schemeClr val="dk1"/>
              </a:buClr>
              <a:buSzPts val="4630"/>
              <a:buChar char="•"/>
              <a:defRPr sz="4630"/>
            </a:lvl2pPr>
            <a:lvl3pPr indent="-480567" lvl="2" marL="1371600" algn="l">
              <a:lnSpc>
                <a:spcPct val="90000"/>
              </a:lnSpc>
              <a:spcBef>
                <a:spcPts val="827"/>
              </a:spcBef>
              <a:spcAft>
                <a:spcPts val="0"/>
              </a:spcAft>
              <a:buClr>
                <a:schemeClr val="dk1"/>
              </a:buClr>
              <a:buSzPts val="3968"/>
              <a:buChar char="•"/>
              <a:defRPr sz="3968"/>
            </a:lvl3pPr>
            <a:lvl4pPr indent="-438594" lvl="3" marL="1828800" algn="l">
              <a:lnSpc>
                <a:spcPct val="90000"/>
              </a:lnSpc>
              <a:spcBef>
                <a:spcPts val="827"/>
              </a:spcBef>
              <a:spcAft>
                <a:spcPts val="0"/>
              </a:spcAft>
              <a:buClr>
                <a:schemeClr val="dk1"/>
              </a:buClr>
              <a:buSzPts val="3307"/>
              <a:buChar char="•"/>
              <a:defRPr sz="3307"/>
            </a:lvl4pPr>
            <a:lvl5pPr indent="-438594" lvl="4" marL="2286000" algn="l">
              <a:lnSpc>
                <a:spcPct val="90000"/>
              </a:lnSpc>
              <a:spcBef>
                <a:spcPts val="827"/>
              </a:spcBef>
              <a:spcAft>
                <a:spcPts val="0"/>
              </a:spcAft>
              <a:buClr>
                <a:schemeClr val="dk1"/>
              </a:buClr>
              <a:buSzPts val="3307"/>
              <a:buChar char="•"/>
              <a:defRPr sz="3307"/>
            </a:lvl5pPr>
            <a:lvl6pPr indent="-438594" lvl="5" marL="2743200" algn="l">
              <a:lnSpc>
                <a:spcPct val="90000"/>
              </a:lnSpc>
              <a:spcBef>
                <a:spcPts val="827"/>
              </a:spcBef>
              <a:spcAft>
                <a:spcPts val="0"/>
              </a:spcAft>
              <a:buClr>
                <a:schemeClr val="dk1"/>
              </a:buClr>
              <a:buSzPts val="3307"/>
              <a:buChar char="•"/>
              <a:defRPr sz="3307"/>
            </a:lvl6pPr>
            <a:lvl7pPr indent="-438594" lvl="6" marL="3200400" algn="l">
              <a:lnSpc>
                <a:spcPct val="90000"/>
              </a:lnSpc>
              <a:spcBef>
                <a:spcPts val="827"/>
              </a:spcBef>
              <a:spcAft>
                <a:spcPts val="0"/>
              </a:spcAft>
              <a:buClr>
                <a:schemeClr val="dk1"/>
              </a:buClr>
              <a:buSzPts val="3307"/>
              <a:buChar char="•"/>
              <a:defRPr sz="3307"/>
            </a:lvl7pPr>
            <a:lvl8pPr indent="-438594" lvl="7" marL="3657600" algn="l">
              <a:lnSpc>
                <a:spcPct val="90000"/>
              </a:lnSpc>
              <a:spcBef>
                <a:spcPts val="827"/>
              </a:spcBef>
              <a:spcAft>
                <a:spcPts val="0"/>
              </a:spcAft>
              <a:buClr>
                <a:schemeClr val="dk1"/>
              </a:buClr>
              <a:buSzPts val="3307"/>
              <a:buChar char="•"/>
              <a:defRPr sz="3307"/>
            </a:lvl8pPr>
            <a:lvl9pPr indent="-438594" lvl="8" marL="4114800" algn="l">
              <a:lnSpc>
                <a:spcPct val="90000"/>
              </a:lnSpc>
              <a:spcBef>
                <a:spcPts val="827"/>
              </a:spcBef>
              <a:spcAft>
                <a:spcPts val="0"/>
              </a:spcAft>
              <a:buClr>
                <a:schemeClr val="dk1"/>
              </a:buClr>
              <a:buSzPts val="3307"/>
              <a:buChar char="•"/>
              <a:defRPr sz="3307"/>
            </a:lvl9pPr>
          </a:lstStyle>
          <a:p/>
        </p:txBody>
      </p:sp>
      <p:sp>
        <p:nvSpPr>
          <p:cNvPr id="57" name="Google Shape;57;p10"/>
          <p:cNvSpPr txBox="1"/>
          <p:nvPr>
            <p:ph idx="2"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58" name="Google Shape;58;p10"/>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6427693" y="3078850"/>
            <a:ext cx="7654171" cy="15196234"/>
          </a:xfrm>
          <a:prstGeom prst="rect">
            <a:avLst/>
          </a:prstGeom>
          <a:noFill/>
          <a:ln>
            <a:noFill/>
          </a:ln>
        </p:spPr>
      </p:sp>
      <p:sp>
        <p:nvSpPr>
          <p:cNvPr id="64" name="Google Shape;64;p11"/>
          <p:cNvSpPr txBox="1"/>
          <p:nvPr>
            <p:ph idx="1"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65" name="Google Shape;65;p11"/>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775818" y="5956038"/>
            <a:ext cx="13567714" cy="130404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71" name="Google Shape;71;p1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3389024" y="8569242"/>
            <a:ext cx="18121634" cy="326011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3225692" y="5403628"/>
            <a:ext cx="18121634" cy="959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77" name="Google Shape;77;p1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7275"/>
              <a:buFont typeface="Play"/>
              <a:buNone/>
              <a:defRPr b="0" i="0" sz="7275"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522605" lvl="0" marL="457200" marR="0" rtl="0" algn="l">
              <a:lnSpc>
                <a:spcPct val="90000"/>
              </a:lnSpc>
              <a:spcBef>
                <a:spcPts val="1654"/>
              </a:spcBef>
              <a:spcAft>
                <a:spcPts val="0"/>
              </a:spcAft>
              <a:buClr>
                <a:schemeClr val="dk1"/>
              </a:buClr>
              <a:buSzPts val="4630"/>
              <a:buFont typeface="Arial"/>
              <a:buChar char="•"/>
              <a:defRPr b="0" i="0" sz="4630" u="none" cap="none" strike="noStrike">
                <a:solidFill>
                  <a:schemeClr val="dk1"/>
                </a:solidFill>
                <a:latin typeface="Arial"/>
                <a:ea typeface="Arial"/>
                <a:cs typeface="Arial"/>
                <a:sym typeface="Arial"/>
              </a:defRPr>
            </a:lvl1pPr>
            <a:lvl2pPr indent="-480568" lvl="1" marL="914400" marR="0" rtl="0" algn="l">
              <a:lnSpc>
                <a:spcPct val="90000"/>
              </a:lnSpc>
              <a:spcBef>
                <a:spcPts val="827"/>
              </a:spcBef>
              <a:spcAft>
                <a:spcPts val="0"/>
              </a:spcAft>
              <a:buClr>
                <a:schemeClr val="dk1"/>
              </a:buClr>
              <a:buSzPts val="3968"/>
              <a:buFont typeface="Arial"/>
              <a:buChar char="•"/>
              <a:defRPr b="0" i="0" sz="3968" u="none" cap="none" strike="noStrike">
                <a:solidFill>
                  <a:schemeClr val="dk1"/>
                </a:solidFill>
                <a:latin typeface="Arial"/>
                <a:ea typeface="Arial"/>
                <a:cs typeface="Arial"/>
                <a:sym typeface="Arial"/>
              </a:defRPr>
            </a:lvl2pPr>
            <a:lvl3pPr indent="-438594" lvl="2" marL="1371600" marR="0" rtl="0" algn="l">
              <a:lnSpc>
                <a:spcPct val="90000"/>
              </a:lnSpc>
              <a:spcBef>
                <a:spcPts val="827"/>
              </a:spcBef>
              <a:spcAft>
                <a:spcPts val="0"/>
              </a:spcAft>
              <a:buClr>
                <a:schemeClr val="dk1"/>
              </a:buClr>
              <a:buSzPts val="3307"/>
              <a:buFont typeface="Arial"/>
              <a:buChar char="•"/>
              <a:defRPr b="0" i="0" sz="3307" u="none" cap="none" strike="noStrike">
                <a:solidFill>
                  <a:schemeClr val="dk1"/>
                </a:solidFill>
                <a:latin typeface="Arial"/>
                <a:ea typeface="Arial"/>
                <a:cs typeface="Arial"/>
                <a:sym typeface="Arial"/>
              </a:defRPr>
            </a:lvl3pPr>
            <a:lvl4pPr indent="-417575" lvl="3" marL="1828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4pPr>
            <a:lvl5pPr indent="-417576" lvl="4" marL="22860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5pPr>
            <a:lvl6pPr indent="-417576" lvl="5" marL="27432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6pPr>
            <a:lvl7pPr indent="-417576" lvl="6" marL="32004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7pPr>
            <a:lvl8pPr indent="-417576" lvl="7" marL="36576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8pPr>
            <a:lvl9pPr indent="-417576" lvl="8" marL="4114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984"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984"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984" u="none" cap="none" strike="noStrike">
                <a:solidFill>
                  <a:srgbClr val="757575"/>
                </a:solidFill>
                <a:latin typeface="Arial"/>
                <a:ea typeface="Arial"/>
                <a:cs typeface="Arial"/>
                <a:sym typeface="Arial"/>
              </a:defRPr>
            </a:lvl1pPr>
            <a:lvl2pPr indent="0" lvl="1" marL="0" marR="0" rtl="0" algn="r">
              <a:spcBef>
                <a:spcPts val="0"/>
              </a:spcBef>
              <a:buNone/>
              <a:defRPr b="0" i="0" sz="1984" u="none" cap="none" strike="noStrike">
                <a:solidFill>
                  <a:srgbClr val="757575"/>
                </a:solidFill>
                <a:latin typeface="Arial"/>
                <a:ea typeface="Arial"/>
                <a:cs typeface="Arial"/>
                <a:sym typeface="Arial"/>
              </a:defRPr>
            </a:lvl2pPr>
            <a:lvl3pPr indent="0" lvl="2" marL="0" marR="0" rtl="0" algn="r">
              <a:spcBef>
                <a:spcPts val="0"/>
              </a:spcBef>
              <a:buNone/>
              <a:defRPr b="0" i="0" sz="1984" u="none" cap="none" strike="noStrike">
                <a:solidFill>
                  <a:srgbClr val="757575"/>
                </a:solidFill>
                <a:latin typeface="Arial"/>
                <a:ea typeface="Arial"/>
                <a:cs typeface="Arial"/>
                <a:sym typeface="Arial"/>
              </a:defRPr>
            </a:lvl3pPr>
            <a:lvl4pPr indent="0" lvl="3" marL="0" marR="0" rtl="0" algn="r">
              <a:spcBef>
                <a:spcPts val="0"/>
              </a:spcBef>
              <a:buNone/>
              <a:defRPr b="0" i="0" sz="1984" u="none" cap="none" strike="noStrike">
                <a:solidFill>
                  <a:srgbClr val="757575"/>
                </a:solidFill>
                <a:latin typeface="Arial"/>
                <a:ea typeface="Arial"/>
                <a:cs typeface="Arial"/>
                <a:sym typeface="Arial"/>
              </a:defRPr>
            </a:lvl4pPr>
            <a:lvl5pPr indent="0" lvl="4" marL="0" marR="0" rtl="0" algn="r">
              <a:spcBef>
                <a:spcPts val="0"/>
              </a:spcBef>
              <a:buNone/>
              <a:defRPr b="0" i="0" sz="1984" u="none" cap="none" strike="noStrike">
                <a:solidFill>
                  <a:srgbClr val="757575"/>
                </a:solidFill>
                <a:latin typeface="Arial"/>
                <a:ea typeface="Arial"/>
                <a:cs typeface="Arial"/>
                <a:sym typeface="Arial"/>
              </a:defRPr>
            </a:lvl5pPr>
            <a:lvl6pPr indent="0" lvl="5" marL="0" marR="0" rtl="0" algn="r">
              <a:spcBef>
                <a:spcPts val="0"/>
              </a:spcBef>
              <a:buNone/>
              <a:defRPr b="0" i="0" sz="1984" u="none" cap="none" strike="noStrike">
                <a:solidFill>
                  <a:srgbClr val="757575"/>
                </a:solidFill>
                <a:latin typeface="Arial"/>
                <a:ea typeface="Arial"/>
                <a:cs typeface="Arial"/>
                <a:sym typeface="Arial"/>
              </a:defRPr>
            </a:lvl6pPr>
            <a:lvl7pPr indent="0" lvl="6" marL="0" marR="0" rtl="0" algn="r">
              <a:spcBef>
                <a:spcPts val="0"/>
              </a:spcBef>
              <a:buNone/>
              <a:defRPr b="0" i="0" sz="1984" u="none" cap="none" strike="noStrike">
                <a:solidFill>
                  <a:srgbClr val="757575"/>
                </a:solidFill>
                <a:latin typeface="Arial"/>
                <a:ea typeface="Arial"/>
                <a:cs typeface="Arial"/>
                <a:sym typeface="Arial"/>
              </a:defRPr>
            </a:lvl7pPr>
            <a:lvl8pPr indent="0" lvl="7" marL="0" marR="0" rtl="0" algn="r">
              <a:spcBef>
                <a:spcPts val="0"/>
              </a:spcBef>
              <a:buNone/>
              <a:defRPr b="0" i="0" sz="1984" u="none" cap="none" strike="noStrike">
                <a:solidFill>
                  <a:srgbClr val="757575"/>
                </a:solidFill>
                <a:latin typeface="Arial"/>
                <a:ea typeface="Arial"/>
                <a:cs typeface="Arial"/>
                <a:sym typeface="Arial"/>
              </a:defRPr>
            </a:lvl8pPr>
            <a:lvl9pPr indent="0" lvl="8" marL="0" marR="0" rtl="0" algn="r">
              <a:spcBef>
                <a:spcPts val="0"/>
              </a:spcBef>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AlpargataRauda/Secuenciaci-n" TargetMode="External"/><Relationship Id="rId4" Type="http://schemas.openxmlformats.org/officeDocument/2006/relationships/image" Target="../media/image1.pn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4000">
              <a:schemeClr val="lt1"/>
            </a:gs>
            <a:gs pos="99000">
              <a:srgbClr val="59C2E3">
                <a:alpha val="24705"/>
              </a:srgbClr>
            </a:gs>
            <a:gs pos="100000">
              <a:srgbClr val="59C2E3">
                <a:alpha val="24705"/>
              </a:srgbClr>
            </a:gs>
          </a:gsLst>
          <a:lin ang="2700000" scaled="0"/>
        </a:gradFill>
      </p:bgPr>
    </p:bg>
    <p:spTree>
      <p:nvGrpSpPr>
        <p:cNvPr id="83" name="Shape 83"/>
        <p:cNvGrpSpPr/>
        <p:nvPr/>
      </p:nvGrpSpPr>
      <p:grpSpPr>
        <a:xfrm>
          <a:off x="0" y="0"/>
          <a:ext cx="0" cy="0"/>
          <a:chOff x="0" y="0"/>
          <a:chExt cx="0" cy="0"/>
        </a:xfrm>
      </p:grpSpPr>
      <p:grpSp>
        <p:nvGrpSpPr>
          <p:cNvPr id="84" name="Google Shape;84;p1"/>
          <p:cNvGrpSpPr/>
          <p:nvPr/>
        </p:nvGrpSpPr>
        <p:grpSpPr>
          <a:xfrm>
            <a:off x="116425" y="8374630"/>
            <a:ext cx="14669100" cy="9156946"/>
            <a:chOff x="4055" y="8099341"/>
            <a:chExt cx="14669100" cy="9889779"/>
          </a:xfrm>
        </p:grpSpPr>
        <p:sp>
          <p:nvSpPr>
            <p:cNvPr id="85" name="Google Shape;85;p1"/>
            <p:cNvSpPr/>
            <p:nvPr/>
          </p:nvSpPr>
          <p:spPr>
            <a:xfrm>
              <a:off x="4055" y="8849620"/>
              <a:ext cx="14669100" cy="9139500"/>
            </a:xfrm>
            <a:prstGeom prst="roundRect">
              <a:avLst>
                <a:gd fmla="val 1988"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ctr">
                <a:lnSpc>
                  <a:spcPct val="80000"/>
                </a:lnSpc>
                <a:spcBef>
                  <a:spcPts val="0"/>
                </a:spcBef>
                <a:spcAft>
                  <a:spcPts val="0"/>
                </a:spcAft>
                <a:buNone/>
              </a:pPr>
              <a:r>
                <a:t/>
              </a:r>
              <a:endParaRPr b="0" i="1" sz="2400" u="none" cap="none" strike="noStrike">
                <a:solidFill>
                  <a:schemeClr val="dk1"/>
                </a:solidFill>
                <a:latin typeface="Arial"/>
                <a:ea typeface="Arial"/>
                <a:cs typeface="Arial"/>
                <a:sym typeface="Arial"/>
              </a:endParaRPr>
            </a:p>
          </p:txBody>
        </p:sp>
        <p:sp>
          <p:nvSpPr>
            <p:cNvPr id="86" name="Google Shape;86;p1"/>
            <p:cNvSpPr/>
            <p:nvPr/>
          </p:nvSpPr>
          <p:spPr>
            <a:xfrm>
              <a:off x="337763" y="8099341"/>
              <a:ext cx="5838000" cy="6330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2800" u="none" cap="none" strike="noStrike">
                  <a:solidFill>
                    <a:schemeClr val="lt1"/>
                  </a:solidFill>
                  <a:latin typeface="Arial"/>
                  <a:ea typeface="Arial"/>
                  <a:cs typeface="Arial"/>
                  <a:sym typeface="Arial"/>
                </a:rPr>
                <a:t>RESULTADOS</a:t>
              </a:r>
              <a:endParaRPr/>
            </a:p>
          </p:txBody>
        </p:sp>
      </p:grpSp>
      <p:grpSp>
        <p:nvGrpSpPr>
          <p:cNvPr id="87" name="Google Shape;87;p1"/>
          <p:cNvGrpSpPr/>
          <p:nvPr/>
        </p:nvGrpSpPr>
        <p:grpSpPr>
          <a:xfrm>
            <a:off x="225175" y="3477533"/>
            <a:ext cx="14669100" cy="2243592"/>
            <a:chOff x="225175" y="3930299"/>
            <a:chExt cx="14669100" cy="2243592"/>
          </a:xfrm>
        </p:grpSpPr>
        <p:sp>
          <p:nvSpPr>
            <p:cNvPr id="88" name="Google Shape;88;p1"/>
            <p:cNvSpPr/>
            <p:nvPr/>
          </p:nvSpPr>
          <p:spPr>
            <a:xfrm>
              <a:off x="225175" y="4212791"/>
              <a:ext cx="14669100" cy="1961100"/>
            </a:xfrm>
            <a:prstGeom prst="roundRect">
              <a:avLst>
                <a:gd fmla="val 9702"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rtl="0" algn="just">
                <a:lnSpc>
                  <a:spcPct val="80000"/>
                </a:lnSpc>
                <a:spcBef>
                  <a:spcPts val="0"/>
                </a:spcBef>
                <a:spcAft>
                  <a:spcPts val="0"/>
                </a:spcAft>
                <a:buClr>
                  <a:schemeClr val="dk1"/>
                </a:buClr>
                <a:buSzPts val="1100"/>
                <a:buFont typeface="Arial"/>
                <a:buNone/>
              </a:pPr>
              <a:r>
                <a:rPr i="1" lang="es-ES" sz="1600">
                  <a:solidFill>
                    <a:schemeClr val="dk1"/>
                  </a:solidFill>
                </a:rPr>
                <a:t>La obesidad es una condición metabólica compleja que se caracteriza por un exceso de tejido adiposo que altera múltiples procesos fisiológicos. Es un gran problema de salud pública a nivel mundial debido a su asociación con enfermedades cardiovasculares, la diabetes tipo 2, además de ciertos tipos de cáncer. Mediante el uso del análisis transcriptómico de RNA-seq se pueden caracterizar cambios en la expresión génica y así comprender los mecanismos biológicos que diferencian a individuos normopeso de aquellos con distintos grados de sobrepeso y obesidad. Los objetivos de este estudio han sido los de identificar genes diferencialmente expresados entre individuos normopeso y aquellos con sobrepeso u obesidad, analizar sus niveles de expresión, identificar patrones transcriptónicos y comprender las vías biológicas involucradas de los genes relacionados con la obesidad.</a:t>
              </a:r>
              <a:endParaRPr i="1" sz="1600">
                <a:solidFill>
                  <a:schemeClr val="dk1"/>
                </a:solidFill>
              </a:endParaRPr>
            </a:p>
            <a:p>
              <a:pPr indent="0" lvl="0" marL="0" marR="0" rtl="0" algn="l">
                <a:spcBef>
                  <a:spcPts val="0"/>
                </a:spcBef>
                <a:spcAft>
                  <a:spcPts val="0"/>
                </a:spcAft>
                <a:buNone/>
              </a:pPr>
              <a:r>
                <a:t/>
              </a:r>
              <a:endParaRPr sz="1800">
                <a:solidFill>
                  <a:schemeClr val="dk1"/>
                </a:solidFill>
              </a:endParaRPr>
            </a:p>
          </p:txBody>
        </p:sp>
        <p:sp>
          <p:nvSpPr>
            <p:cNvPr id="89" name="Google Shape;89;p1"/>
            <p:cNvSpPr/>
            <p:nvPr/>
          </p:nvSpPr>
          <p:spPr>
            <a:xfrm>
              <a:off x="518258" y="3930299"/>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800">
                  <a:solidFill>
                    <a:schemeClr val="lt1"/>
                  </a:solidFill>
                  <a:latin typeface="Arial"/>
                  <a:ea typeface="Arial"/>
                  <a:cs typeface="Arial"/>
                  <a:sym typeface="Arial"/>
                </a:rPr>
                <a:t>INTRODUCCIÓN</a:t>
              </a:r>
              <a:endParaRPr b="1" sz="2800">
                <a:solidFill>
                  <a:schemeClr val="lt1"/>
                </a:solidFill>
                <a:latin typeface="Arial"/>
                <a:ea typeface="Arial"/>
                <a:cs typeface="Arial"/>
                <a:sym typeface="Arial"/>
              </a:endParaRPr>
            </a:p>
          </p:txBody>
        </p:sp>
      </p:grpSp>
      <p:grpSp>
        <p:nvGrpSpPr>
          <p:cNvPr id="90" name="Google Shape;90;p1"/>
          <p:cNvGrpSpPr/>
          <p:nvPr/>
        </p:nvGrpSpPr>
        <p:grpSpPr>
          <a:xfrm>
            <a:off x="225175" y="5839802"/>
            <a:ext cx="14669100" cy="2368373"/>
            <a:chOff x="207588" y="5959794"/>
            <a:chExt cx="14669100" cy="2368373"/>
          </a:xfrm>
        </p:grpSpPr>
        <p:sp>
          <p:nvSpPr>
            <p:cNvPr id="91" name="Google Shape;91;p1"/>
            <p:cNvSpPr/>
            <p:nvPr/>
          </p:nvSpPr>
          <p:spPr>
            <a:xfrm>
              <a:off x="207588" y="6315467"/>
              <a:ext cx="14669100" cy="2012700"/>
            </a:xfrm>
            <a:prstGeom prst="roundRect">
              <a:avLst>
                <a:gd fmla="val 9702" name="adj"/>
              </a:avLst>
            </a:prstGeom>
            <a:solidFill>
              <a:schemeClr val="lt1"/>
            </a:solidFill>
            <a:ln cap="flat" cmpd="sng" w="9525">
              <a:solidFill>
                <a:srgbClr val="757575"/>
              </a:solidFill>
              <a:prstDash val="solid"/>
              <a:round/>
              <a:headEnd len="sm" w="sm" type="none"/>
              <a:tailEnd len="sm" w="sm" type="none"/>
            </a:ln>
          </p:spPr>
          <p:txBody>
            <a:bodyPr anchorCtr="0" anchor="t" bIns="45700" lIns="91425" spcFirstLastPara="1" rIns="91425" wrap="square" tIns="360000">
              <a:noAutofit/>
            </a:bodyPr>
            <a:lstStyle/>
            <a:p>
              <a:pPr indent="0" lvl="0" marL="0" marR="0" rtl="0" algn="just">
                <a:lnSpc>
                  <a:spcPct val="100000"/>
                </a:lnSpc>
                <a:spcBef>
                  <a:spcPts val="0"/>
                </a:spcBef>
                <a:spcAft>
                  <a:spcPts val="0"/>
                </a:spcAft>
                <a:buNone/>
              </a:pPr>
              <a:r>
                <a:rPr i="1" lang="es-ES" sz="1600">
                  <a:solidFill>
                    <a:schemeClr val="dk1"/>
                  </a:solidFill>
                </a:rPr>
                <a:t>Se utilizaron datos simulados de RNA-seq correspondientes a individuos con distintos fenotipos relacionados con el peso corporal (Normopeso y Obeso1). Las lecturas crudas se evaluaron con FastQC y se integraron los resultados con MultiQC para confirmar la calidad de las muestras y la ausencia de adaptadores o sesgos sistemáticos. Posteriormente se realizó un pseudoalineamiento y cuantificación de la expresión génica con Salmon para cada muestra. A continuación, se llevó a cabo el análisis de la expresión diferencial entre grupos (Normopeso vs. Obeso1) mediante el uso de DESeq2 en R. Por último, se crearon gráficos con ggplot2 y pheatmap para visualizar patrones entre grupos y representar la expresión de los genes.</a:t>
              </a:r>
              <a:endParaRPr i="1" sz="16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i="1" lang="es-ES" sz="1600">
                  <a:solidFill>
                    <a:schemeClr val="dk1"/>
                  </a:solidFill>
                </a:rPr>
                <a:t>Para más detalles consultar: </a:t>
              </a:r>
              <a:r>
                <a:rPr i="1" lang="es-ES" sz="1600" u="sng">
                  <a:solidFill>
                    <a:schemeClr val="hlink"/>
                  </a:solidFill>
                  <a:hlinkClick r:id="rId3"/>
                </a:rPr>
                <a:t>https://github.com/AlpargataRauda/Secuenciaci-n</a:t>
              </a:r>
              <a:endParaRPr i="1" sz="1600">
                <a:solidFill>
                  <a:schemeClr val="dk1"/>
                </a:solidFill>
              </a:endParaRPr>
            </a:p>
            <a:p>
              <a:pPr indent="0" lvl="0" marL="0" marR="0" rtl="0" algn="just">
                <a:lnSpc>
                  <a:spcPct val="80000"/>
                </a:lnSpc>
                <a:spcBef>
                  <a:spcPts val="0"/>
                </a:spcBef>
                <a:spcAft>
                  <a:spcPts val="0"/>
                </a:spcAft>
                <a:buNone/>
              </a:pPr>
              <a:r>
                <a:t/>
              </a:r>
              <a:endParaRPr sz="1800">
                <a:solidFill>
                  <a:schemeClr val="dk1"/>
                </a:solidFill>
              </a:endParaRPr>
            </a:p>
            <a:p>
              <a:pPr indent="0" lvl="0" marL="0" marR="0" rtl="0" algn="just">
                <a:lnSpc>
                  <a:spcPct val="80000"/>
                </a:lnSpc>
                <a:spcBef>
                  <a:spcPts val="0"/>
                </a:spcBef>
                <a:spcAft>
                  <a:spcPts val="0"/>
                </a:spcAft>
                <a:buNone/>
              </a:pPr>
              <a:r>
                <a:t/>
              </a:r>
              <a:endParaRPr i="1" sz="2400">
                <a:solidFill>
                  <a:schemeClr val="dk1"/>
                </a:solidFill>
                <a:latin typeface="Arial"/>
                <a:ea typeface="Arial"/>
                <a:cs typeface="Arial"/>
                <a:sym typeface="Arial"/>
              </a:endParaRPr>
            </a:p>
          </p:txBody>
        </p:sp>
        <p:sp>
          <p:nvSpPr>
            <p:cNvPr id="92" name="Google Shape;92;p1"/>
            <p:cNvSpPr/>
            <p:nvPr/>
          </p:nvSpPr>
          <p:spPr>
            <a:xfrm>
              <a:off x="518249" y="5959794"/>
              <a:ext cx="5838000" cy="633000"/>
            </a:xfrm>
            <a:prstGeom prst="roundRect">
              <a:avLst>
                <a:gd fmla="val 16667" name="adj"/>
              </a:avLst>
            </a:prstGeom>
            <a:gradFill>
              <a:gsLst>
                <a:gs pos="0">
                  <a:srgbClr val="59C2E3"/>
                </a:gs>
                <a:gs pos="100000">
                  <a:srgbClr val="4196C9"/>
                </a:gs>
              </a:gsLst>
              <a:lin ang="2700000" scaled="0"/>
            </a:gradFill>
            <a:ln cap="flat" cmpd="sng" w="1905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800">
                  <a:solidFill>
                    <a:schemeClr val="lt1"/>
                  </a:solidFill>
                  <a:latin typeface="Arial"/>
                  <a:ea typeface="Arial"/>
                  <a:cs typeface="Arial"/>
                  <a:sym typeface="Arial"/>
                </a:rPr>
                <a:t>METODOLOGÍA</a:t>
              </a:r>
              <a:endParaRPr/>
            </a:p>
          </p:txBody>
        </p:sp>
      </p:grpSp>
      <p:grpSp>
        <p:nvGrpSpPr>
          <p:cNvPr id="93" name="Google Shape;93;p1"/>
          <p:cNvGrpSpPr/>
          <p:nvPr/>
        </p:nvGrpSpPr>
        <p:grpSpPr>
          <a:xfrm>
            <a:off x="225175" y="17741535"/>
            <a:ext cx="9095700" cy="3218881"/>
            <a:chOff x="225181" y="17401305"/>
            <a:chExt cx="9095700" cy="4063731"/>
          </a:xfrm>
        </p:grpSpPr>
        <p:sp>
          <p:nvSpPr>
            <p:cNvPr id="94" name="Google Shape;94;p1"/>
            <p:cNvSpPr/>
            <p:nvPr/>
          </p:nvSpPr>
          <p:spPr>
            <a:xfrm>
              <a:off x="225181" y="17936736"/>
              <a:ext cx="9095700" cy="3528300"/>
            </a:xfrm>
            <a:prstGeom prst="roundRect">
              <a:avLst>
                <a:gd fmla="val 8415"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spcBef>
                  <a:spcPts val="0"/>
                </a:spcBef>
                <a:spcAft>
                  <a:spcPts val="0"/>
                </a:spcAft>
                <a:buNone/>
              </a:pPr>
              <a:r>
                <a:rPr i="1" lang="es-ES" sz="1600"/>
                <a:t>El análisis de expresión diferencial entre individuos normopeso y con obesidad  reveló un conjunto de genes con roles bien caracterizados en la regulación del apetito, la homeostasis energética y el metabolismo. Entre ellos destacan LEP, LEPR, SH2B1, PCSK1 y NTRK2, todos ampliamente asociados al control del peso corporal y a la fisiopatología de la obesidad. Entre ellos LEP y NTRK2, son genes relacionados con la sensación de saciedad está menos expresado en aquellos individuos con la obesidad. Esto sugiere que el receptor de LEP, LEPR, se vea más expresado en aquellos individuos con obesidad como compensación para asimilar la cantidad de leptina disponible. SH2B1 es un señalizador fundamental para leptina e insulina, sobreexpresado en individuos observados con obesidad.</a:t>
              </a:r>
              <a:endParaRPr i="1" sz="1600"/>
            </a:p>
          </p:txBody>
        </p:sp>
        <p:sp>
          <p:nvSpPr>
            <p:cNvPr id="95" name="Google Shape;95;p1"/>
            <p:cNvSpPr/>
            <p:nvPr/>
          </p:nvSpPr>
          <p:spPr>
            <a:xfrm>
              <a:off x="537053" y="17401305"/>
              <a:ext cx="5838000" cy="7959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800">
                  <a:solidFill>
                    <a:schemeClr val="lt1"/>
                  </a:solidFill>
                  <a:latin typeface="Arial"/>
                  <a:ea typeface="Arial"/>
                  <a:cs typeface="Arial"/>
                  <a:sym typeface="Arial"/>
                </a:rPr>
                <a:t>DISCUSIÓN</a:t>
              </a:r>
              <a:endParaRPr/>
            </a:p>
          </p:txBody>
        </p:sp>
      </p:grpSp>
      <p:grpSp>
        <p:nvGrpSpPr>
          <p:cNvPr id="96" name="Google Shape;96;p1"/>
          <p:cNvGrpSpPr/>
          <p:nvPr/>
        </p:nvGrpSpPr>
        <p:grpSpPr>
          <a:xfrm>
            <a:off x="9527300" y="17741526"/>
            <a:ext cx="5366886" cy="3185099"/>
            <a:chOff x="7784853" y="17347201"/>
            <a:chExt cx="7109400" cy="3185099"/>
          </a:xfrm>
        </p:grpSpPr>
        <p:sp>
          <p:nvSpPr>
            <p:cNvPr id="97" name="Google Shape;97;p1"/>
            <p:cNvSpPr/>
            <p:nvPr/>
          </p:nvSpPr>
          <p:spPr>
            <a:xfrm>
              <a:off x="7784853" y="17783100"/>
              <a:ext cx="7109400" cy="2749200"/>
            </a:xfrm>
            <a:prstGeom prst="roundRect">
              <a:avLst>
                <a:gd fmla="val 9702"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80000"/>
                </a:lnSpc>
                <a:spcBef>
                  <a:spcPts val="0"/>
                </a:spcBef>
                <a:spcAft>
                  <a:spcPts val="0"/>
                </a:spcAft>
                <a:buNone/>
              </a:pPr>
              <a:r>
                <a:rPr i="1" lang="es-ES" sz="1600">
                  <a:solidFill>
                    <a:schemeClr val="dk1"/>
                  </a:solidFill>
                  <a:latin typeface="Arial"/>
                  <a:ea typeface="Arial"/>
                  <a:cs typeface="Arial"/>
                  <a:sym typeface="Arial"/>
                </a:rPr>
                <a:t>El análisis de expresión diferencial identifica una firma molecular de obesidad definida por el silenciamiento de vías de saciedad (LEP, NTRK2), independiente de factores ambientales. Como limitación, el tamaño muestral requiere validación funcional. </a:t>
              </a:r>
              <a:r>
                <a:rPr i="1" lang="es-ES" sz="1600">
                  <a:solidFill>
                    <a:schemeClr val="dk1"/>
                  </a:solidFill>
                </a:rPr>
                <a:t>Este perfil sugiere la necesidad de estrategias de Nutrición de Precisión ya que las intervenciones tradicionales serían ineficaces sin considerar esta base biológica.</a:t>
              </a:r>
              <a:endParaRPr i="1" sz="2200">
                <a:solidFill>
                  <a:schemeClr val="dk1"/>
                </a:solidFill>
                <a:latin typeface="Arial"/>
                <a:ea typeface="Arial"/>
                <a:cs typeface="Arial"/>
                <a:sym typeface="Arial"/>
              </a:endParaRPr>
            </a:p>
          </p:txBody>
        </p:sp>
        <p:sp>
          <p:nvSpPr>
            <p:cNvPr id="98" name="Google Shape;98;p1"/>
            <p:cNvSpPr/>
            <p:nvPr/>
          </p:nvSpPr>
          <p:spPr>
            <a:xfrm>
              <a:off x="8049126" y="17347201"/>
              <a:ext cx="5838000" cy="6183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800">
                  <a:solidFill>
                    <a:schemeClr val="lt1"/>
                  </a:solidFill>
                  <a:latin typeface="Arial"/>
                  <a:ea typeface="Arial"/>
                  <a:cs typeface="Arial"/>
                  <a:sym typeface="Arial"/>
                </a:rPr>
                <a:t>CONCLUSIONES</a:t>
              </a:r>
              <a:endParaRPr/>
            </a:p>
          </p:txBody>
        </p:sp>
      </p:grpSp>
      <p:pic>
        <p:nvPicPr>
          <p:cNvPr id="99" name="Google Shape;99;p1"/>
          <p:cNvPicPr preferRelativeResize="0"/>
          <p:nvPr/>
        </p:nvPicPr>
        <p:blipFill rotWithShape="1">
          <a:blip r:embed="rId4">
            <a:alphaModFix/>
          </a:blip>
          <a:srcRect b="0" l="0" r="0" t="0"/>
          <a:stretch/>
        </p:blipFill>
        <p:spPr>
          <a:xfrm>
            <a:off x="12550767" y="-95516"/>
            <a:ext cx="2325820" cy="1400890"/>
          </a:xfrm>
          <a:prstGeom prst="rect">
            <a:avLst/>
          </a:prstGeom>
          <a:noFill/>
          <a:ln>
            <a:noFill/>
          </a:ln>
        </p:spPr>
      </p:pic>
      <p:grpSp>
        <p:nvGrpSpPr>
          <p:cNvPr id="100" name="Google Shape;100;p1"/>
          <p:cNvGrpSpPr/>
          <p:nvPr/>
        </p:nvGrpSpPr>
        <p:grpSpPr>
          <a:xfrm>
            <a:off x="0" y="-5895"/>
            <a:ext cx="3397496" cy="2303046"/>
            <a:chOff x="0" y="-5895"/>
            <a:chExt cx="4834200" cy="3276938"/>
          </a:xfrm>
        </p:grpSpPr>
        <p:pic>
          <p:nvPicPr>
            <p:cNvPr id="101" name="Google Shape;101;p1"/>
            <p:cNvPicPr preferRelativeResize="0"/>
            <p:nvPr/>
          </p:nvPicPr>
          <p:blipFill rotWithShape="1">
            <a:blip r:embed="rId5">
              <a:alphaModFix/>
            </a:blip>
            <a:srcRect b="0" l="0" r="0" t="0"/>
            <a:stretch/>
          </p:blipFill>
          <p:spPr>
            <a:xfrm>
              <a:off x="0" y="-5895"/>
              <a:ext cx="4834200" cy="3276938"/>
            </a:xfrm>
            <a:prstGeom prst="rect">
              <a:avLst/>
            </a:prstGeom>
            <a:noFill/>
            <a:ln>
              <a:noFill/>
            </a:ln>
          </p:spPr>
        </p:pic>
        <p:sp>
          <p:nvSpPr>
            <p:cNvPr id="102" name="Google Shape;102;p1"/>
            <p:cNvSpPr/>
            <p:nvPr/>
          </p:nvSpPr>
          <p:spPr>
            <a:xfrm>
              <a:off x="964642" y="1549130"/>
              <a:ext cx="2257529" cy="6715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03" name="Google Shape;103;p1"/>
          <p:cNvSpPr/>
          <p:nvPr/>
        </p:nvSpPr>
        <p:spPr>
          <a:xfrm>
            <a:off x="677950" y="1217843"/>
            <a:ext cx="13763400" cy="2153700"/>
          </a:xfrm>
          <a:prstGeom prst="roundRect">
            <a:avLst>
              <a:gd fmla="val 9702" name="adj"/>
            </a:avLst>
          </a:prstGeom>
          <a:solidFill>
            <a:srgbClr val="4196C9"/>
          </a:solidFill>
          <a:ln>
            <a:noFill/>
          </a:ln>
        </p:spPr>
        <p:txBody>
          <a:bodyPr anchorCtr="0" anchor="ctr" bIns="45700" lIns="90000" spcFirstLastPara="1" rIns="91425" wrap="square" tIns="46800">
            <a:noAutofit/>
          </a:bodyPr>
          <a:lstStyle/>
          <a:p>
            <a:pPr indent="0" lvl="0" marL="0" marR="0" rtl="0" algn="ctr">
              <a:lnSpc>
                <a:spcPct val="100000"/>
              </a:lnSpc>
              <a:spcBef>
                <a:spcPts val="0"/>
              </a:spcBef>
              <a:spcAft>
                <a:spcPts val="0"/>
              </a:spcAft>
              <a:buClr>
                <a:srgbClr val="FFFFFF"/>
              </a:buClr>
              <a:buSzPts val="4400"/>
              <a:buFont typeface="Arial"/>
              <a:buNone/>
            </a:pPr>
            <a:r>
              <a:t/>
            </a:r>
            <a:endParaRPr b="1" sz="3300">
              <a:solidFill>
                <a:srgbClr val="FFFFFF"/>
              </a:solidFill>
            </a:endParaRPr>
          </a:p>
          <a:p>
            <a:pPr indent="0" lvl="0" marL="0" marR="0" rtl="0" algn="ctr">
              <a:lnSpc>
                <a:spcPct val="100000"/>
              </a:lnSpc>
              <a:spcBef>
                <a:spcPts val="0"/>
              </a:spcBef>
              <a:spcAft>
                <a:spcPts val="0"/>
              </a:spcAft>
              <a:buClr>
                <a:srgbClr val="FFFFFF"/>
              </a:buClr>
              <a:buSzPts val="4400"/>
              <a:buFont typeface="Arial"/>
              <a:buNone/>
            </a:pPr>
            <a:r>
              <a:rPr b="1" lang="es-ES" sz="3300">
                <a:solidFill>
                  <a:srgbClr val="FFFFFF"/>
                </a:solidFill>
              </a:rPr>
              <a:t>Análisis de expresión diferencial de genes relacionados con la obesidad mediante RNA-seq</a:t>
            </a:r>
            <a:endParaRPr b="1" sz="3300">
              <a:solidFill>
                <a:srgbClr val="FFFFFF"/>
              </a:solidFill>
            </a:endParaRPr>
          </a:p>
          <a:p>
            <a:pPr indent="0" lvl="0" marL="0" rtl="0" algn="ctr">
              <a:lnSpc>
                <a:spcPct val="115000"/>
              </a:lnSpc>
              <a:spcBef>
                <a:spcPts val="0"/>
              </a:spcBef>
              <a:spcAft>
                <a:spcPts val="0"/>
              </a:spcAft>
              <a:buClr>
                <a:schemeClr val="dk1"/>
              </a:buClr>
              <a:buSzPts val="1100"/>
              <a:buFont typeface="Arial"/>
              <a:buNone/>
            </a:pPr>
            <a:r>
              <a:rPr b="1" i="1" lang="es-ES" sz="2400">
                <a:solidFill>
                  <a:srgbClr val="FFFFFF"/>
                </a:solidFill>
              </a:rPr>
              <a:t>Secuenciación y Ómicas de Próxima Generación</a:t>
            </a:r>
            <a:endParaRPr b="1" i="1" sz="2400">
              <a:solidFill>
                <a:srgbClr val="FFFFFF"/>
              </a:solidFill>
            </a:endParaRPr>
          </a:p>
          <a:p>
            <a:pPr indent="0" lvl="0" marL="0" rtl="0" algn="ctr">
              <a:lnSpc>
                <a:spcPct val="80000"/>
              </a:lnSpc>
              <a:spcBef>
                <a:spcPts val="0"/>
              </a:spcBef>
              <a:spcAft>
                <a:spcPts val="0"/>
              </a:spcAft>
              <a:buClr>
                <a:schemeClr val="dk1"/>
              </a:buClr>
              <a:buSzPts val="1100"/>
              <a:buFont typeface="Arial"/>
              <a:buNone/>
            </a:pPr>
            <a:r>
              <a:rPr b="1" i="1" lang="es-ES" sz="1700">
                <a:solidFill>
                  <a:srgbClr val="FFFFFF"/>
                </a:solidFill>
              </a:rPr>
              <a:t>Jesús J. Amat Pamies, José A. Celada Guerrero, Fátima Goiri Presmanes, José María Sevilla Avendaño y Judit del Valle Molina</a:t>
            </a:r>
            <a:endParaRPr sz="3500">
              <a:solidFill>
                <a:srgbClr val="FFFFFF"/>
              </a:solidFill>
            </a:endParaRPr>
          </a:p>
          <a:p>
            <a:pPr indent="0" lvl="0" marL="0" marR="0" rtl="0" algn="ctr">
              <a:lnSpc>
                <a:spcPct val="100000"/>
              </a:lnSpc>
              <a:spcBef>
                <a:spcPts val="0"/>
              </a:spcBef>
              <a:spcAft>
                <a:spcPts val="0"/>
              </a:spcAft>
              <a:buClr>
                <a:srgbClr val="FFFFFF"/>
              </a:buClr>
              <a:buSzPts val="4400"/>
              <a:buFont typeface="Arial"/>
              <a:buNone/>
            </a:pPr>
            <a:r>
              <a:t/>
            </a:r>
            <a:endParaRPr sz="3800">
              <a:solidFill>
                <a:srgbClr val="FFFFFF"/>
              </a:solidFill>
            </a:endParaRPr>
          </a:p>
        </p:txBody>
      </p:sp>
      <p:sp>
        <p:nvSpPr>
          <p:cNvPr id="104" name="Google Shape;104;p1"/>
          <p:cNvSpPr/>
          <p:nvPr/>
        </p:nvSpPr>
        <p:spPr>
          <a:xfrm>
            <a:off x="677950" y="15545025"/>
            <a:ext cx="5644500" cy="10209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rPr b="1" i="0" lang="es-ES" sz="1800" u="none" cap="none" strike="noStrike">
                <a:solidFill>
                  <a:schemeClr val="dk1"/>
                </a:solidFill>
                <a:latin typeface="Arial"/>
                <a:ea typeface="Arial"/>
                <a:cs typeface="Arial"/>
                <a:sym typeface="Arial"/>
              </a:rPr>
              <a:t>Figura </a:t>
            </a:r>
            <a:r>
              <a:rPr b="1" lang="es-ES" sz="1800">
                <a:solidFill>
                  <a:schemeClr val="dk1"/>
                </a:solidFill>
              </a:rPr>
              <a:t>1</a:t>
            </a:r>
            <a:r>
              <a:rPr b="1" i="0" lang="es-ES" sz="1800" u="none" cap="none" strike="noStrike">
                <a:solidFill>
                  <a:schemeClr val="dk1"/>
                </a:solidFill>
                <a:latin typeface="Arial"/>
                <a:ea typeface="Arial"/>
                <a:cs typeface="Arial"/>
                <a:sym typeface="Arial"/>
              </a:rPr>
              <a:t>. </a:t>
            </a:r>
            <a:r>
              <a:rPr lang="es-ES" sz="1800">
                <a:solidFill>
                  <a:schemeClr val="dk1"/>
                </a:solidFill>
                <a:latin typeface="Arial"/>
                <a:ea typeface="Arial"/>
                <a:cs typeface="Arial"/>
                <a:sym typeface="Arial"/>
              </a:rPr>
              <a:t>Mapa de calor de los </a:t>
            </a:r>
            <a:r>
              <a:rPr lang="es-ES" sz="1800">
                <a:solidFill>
                  <a:schemeClr val="dk1"/>
                </a:solidFill>
              </a:rPr>
              <a:t>1</a:t>
            </a:r>
            <a:r>
              <a:rPr lang="es-ES" sz="1800">
                <a:solidFill>
                  <a:schemeClr val="dk1"/>
                </a:solidFill>
                <a:latin typeface="Arial"/>
                <a:ea typeface="Arial"/>
                <a:cs typeface="Arial"/>
                <a:sym typeface="Arial"/>
              </a:rPr>
              <a:t>0 genes más significativos. Se observa un patrón de expresión opuesto en genes reguladores (</a:t>
            </a:r>
            <a:r>
              <a:rPr i="1" lang="es-ES" sz="1800">
                <a:solidFill>
                  <a:schemeClr val="dk1"/>
                </a:solidFill>
                <a:latin typeface="Arial"/>
                <a:ea typeface="Arial"/>
                <a:cs typeface="Arial"/>
                <a:sym typeface="Arial"/>
              </a:rPr>
              <a:t>LEP</a:t>
            </a:r>
            <a:r>
              <a:rPr lang="es-ES" sz="1800">
                <a:solidFill>
                  <a:schemeClr val="dk1"/>
                </a:solidFill>
                <a:latin typeface="Arial"/>
                <a:ea typeface="Arial"/>
                <a:cs typeface="Arial"/>
                <a:sym typeface="Arial"/>
              </a:rPr>
              <a:t>, </a:t>
            </a:r>
            <a:r>
              <a:rPr i="1" lang="es-ES" sz="1800">
                <a:solidFill>
                  <a:schemeClr val="dk1"/>
                </a:solidFill>
                <a:latin typeface="Arial"/>
                <a:ea typeface="Arial"/>
                <a:cs typeface="Arial"/>
                <a:sym typeface="Arial"/>
              </a:rPr>
              <a:t>LEPR</a:t>
            </a:r>
            <a:r>
              <a:rPr lang="es-ES" sz="1800">
                <a:solidFill>
                  <a:schemeClr val="dk1"/>
                </a:solidFill>
                <a:latin typeface="Arial"/>
                <a:ea typeface="Arial"/>
                <a:cs typeface="Arial"/>
                <a:sym typeface="Arial"/>
              </a:rPr>
              <a:t>) entre condiciones. </a:t>
            </a:r>
            <a:endParaRPr b="0" i="0" sz="1800" u="none" cap="none" strike="noStrike">
              <a:solidFill>
                <a:schemeClr val="dk1"/>
              </a:solidFill>
              <a:latin typeface="Arial"/>
              <a:ea typeface="Arial"/>
              <a:cs typeface="Arial"/>
              <a:sym typeface="Arial"/>
            </a:endParaRPr>
          </a:p>
        </p:txBody>
      </p:sp>
      <p:sp>
        <p:nvSpPr>
          <p:cNvPr id="105" name="Google Shape;105;p1"/>
          <p:cNvSpPr/>
          <p:nvPr/>
        </p:nvSpPr>
        <p:spPr>
          <a:xfrm>
            <a:off x="6461625" y="16325875"/>
            <a:ext cx="3881100" cy="8925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rPr b="1" lang="es-ES" sz="1800" u="none" cap="none" strike="noStrike">
                <a:solidFill>
                  <a:schemeClr val="dk1"/>
                </a:solidFill>
                <a:latin typeface="Arial"/>
                <a:ea typeface="Arial"/>
                <a:cs typeface="Arial"/>
                <a:sym typeface="Arial"/>
              </a:rPr>
              <a:t>Figura </a:t>
            </a:r>
            <a:r>
              <a:rPr b="1" lang="es-ES" sz="1800">
                <a:solidFill>
                  <a:schemeClr val="dk1"/>
                </a:solidFill>
              </a:rPr>
              <a:t>2</a:t>
            </a:r>
            <a:r>
              <a:rPr b="1" lang="es-ES" sz="1800" u="none" cap="none" strike="noStrike">
                <a:solidFill>
                  <a:schemeClr val="dk1"/>
                </a:solidFill>
                <a:latin typeface="Arial"/>
                <a:ea typeface="Arial"/>
                <a:cs typeface="Arial"/>
                <a:sym typeface="Arial"/>
              </a:rPr>
              <a:t>. </a:t>
            </a:r>
            <a:r>
              <a:rPr lang="es-ES" sz="1800">
                <a:solidFill>
                  <a:schemeClr val="dk1"/>
                </a:solidFill>
                <a:latin typeface="Arial"/>
                <a:ea typeface="Arial"/>
                <a:cs typeface="Arial"/>
                <a:sym typeface="Arial"/>
              </a:rPr>
              <a:t>Análisis de Componentes Principales (PCA)</a:t>
            </a:r>
            <a:endParaRPr b="0" sz="1800" u="none" cap="none" strike="noStrike">
              <a:solidFill>
                <a:srgbClr val="000000"/>
              </a:solidFill>
              <a:latin typeface="Arial"/>
              <a:ea typeface="Arial"/>
              <a:cs typeface="Arial"/>
              <a:sym typeface="Arial"/>
            </a:endParaRPr>
          </a:p>
        </p:txBody>
      </p:sp>
      <p:sp>
        <p:nvSpPr>
          <p:cNvPr id="106" name="Google Shape;106;p1"/>
          <p:cNvSpPr/>
          <p:nvPr/>
        </p:nvSpPr>
        <p:spPr>
          <a:xfrm>
            <a:off x="7657450" y="11314461"/>
            <a:ext cx="6214500" cy="7269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rPr b="1" lang="es-ES" sz="1800">
                <a:solidFill>
                  <a:schemeClr val="dk1"/>
                </a:solidFill>
              </a:rPr>
              <a:t>Tabla 1</a:t>
            </a:r>
            <a:r>
              <a:rPr b="1" lang="es-ES" sz="1800" u="none" cap="none" strike="noStrike">
                <a:solidFill>
                  <a:schemeClr val="dk1"/>
                </a:solidFill>
                <a:latin typeface="Arial"/>
                <a:ea typeface="Arial"/>
                <a:cs typeface="Arial"/>
                <a:sym typeface="Arial"/>
              </a:rPr>
              <a:t>. </a:t>
            </a:r>
            <a:r>
              <a:rPr lang="es-ES" sz="1800">
                <a:solidFill>
                  <a:schemeClr val="dk1"/>
                </a:solidFill>
                <a:latin typeface="Arial"/>
                <a:ea typeface="Arial"/>
                <a:cs typeface="Arial"/>
                <a:sym typeface="Arial"/>
              </a:rPr>
              <a:t>Análisis de </a:t>
            </a:r>
            <a:r>
              <a:rPr lang="es-ES" sz="1800">
                <a:solidFill>
                  <a:schemeClr val="dk1"/>
                </a:solidFill>
              </a:rPr>
              <a:t>expresión diferencial de los 5 genes que </a:t>
            </a:r>
            <a:r>
              <a:rPr lang="es-ES" sz="1800">
                <a:solidFill>
                  <a:schemeClr val="dk1"/>
                </a:solidFill>
                <a:latin typeface="Arial"/>
                <a:ea typeface="Arial"/>
                <a:cs typeface="Arial"/>
                <a:sym typeface="Arial"/>
              </a:rPr>
              <a:t>m</a:t>
            </a:r>
            <a:r>
              <a:rPr lang="es-ES" sz="1800">
                <a:solidFill>
                  <a:schemeClr val="dk1"/>
                </a:solidFill>
              </a:rPr>
              <a:t>uestran un p ajustado &lt; a 0,05</a:t>
            </a:r>
            <a:endParaRPr/>
          </a:p>
          <a:p>
            <a:pPr indent="0" lvl="0" marL="0" marR="0" rtl="0" algn="ctr">
              <a:lnSpc>
                <a:spcPct val="8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1"/>
          <p:cNvSpPr/>
          <p:nvPr/>
        </p:nvSpPr>
        <p:spPr>
          <a:xfrm>
            <a:off x="10803665" y="16342884"/>
            <a:ext cx="3397500" cy="8925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rPr b="1" i="0" lang="es-ES" sz="1800" u="none" cap="none" strike="noStrike">
                <a:solidFill>
                  <a:schemeClr val="dk1"/>
                </a:solidFill>
                <a:latin typeface="Arial"/>
                <a:ea typeface="Arial"/>
                <a:cs typeface="Arial"/>
                <a:sym typeface="Arial"/>
              </a:rPr>
              <a:t>Figura 3. </a:t>
            </a:r>
            <a:r>
              <a:rPr lang="es-ES" sz="1800">
                <a:solidFill>
                  <a:schemeClr val="dk1"/>
                </a:solidFill>
              </a:rPr>
              <a:t>Volcano Plot.</a:t>
            </a:r>
            <a:r>
              <a:rPr i="0" lang="es-ES" sz="1800" u="none" cap="none" strike="noStrike">
                <a:solidFill>
                  <a:schemeClr val="dk1"/>
                </a:solidFill>
              </a:rPr>
              <a:t> </a:t>
            </a:r>
            <a:endParaRPr b="0" i="0" sz="1800" u="none" cap="none" strike="noStrike">
              <a:solidFill>
                <a:srgbClr val="000000"/>
              </a:solidFill>
              <a:latin typeface="Arial"/>
              <a:ea typeface="Arial"/>
              <a:cs typeface="Arial"/>
              <a:sym typeface="Arial"/>
            </a:endParaRPr>
          </a:p>
        </p:txBody>
      </p:sp>
      <p:pic>
        <p:nvPicPr>
          <p:cNvPr id="108" name="Google Shape;108;p1"/>
          <p:cNvPicPr preferRelativeResize="0"/>
          <p:nvPr/>
        </p:nvPicPr>
        <p:blipFill>
          <a:blip r:embed="rId6">
            <a:alphaModFix/>
          </a:blip>
          <a:stretch>
            <a:fillRect/>
          </a:stretch>
        </p:blipFill>
        <p:spPr>
          <a:xfrm>
            <a:off x="677950" y="9996334"/>
            <a:ext cx="6301074" cy="5225525"/>
          </a:xfrm>
          <a:prstGeom prst="rect">
            <a:avLst/>
          </a:prstGeom>
          <a:noFill/>
          <a:ln>
            <a:noFill/>
          </a:ln>
        </p:spPr>
      </p:pic>
      <p:pic>
        <p:nvPicPr>
          <p:cNvPr id="109" name="Google Shape;109;p1"/>
          <p:cNvPicPr preferRelativeResize="0"/>
          <p:nvPr/>
        </p:nvPicPr>
        <p:blipFill>
          <a:blip r:embed="rId7">
            <a:alphaModFix/>
          </a:blip>
          <a:stretch>
            <a:fillRect/>
          </a:stretch>
        </p:blipFill>
        <p:spPr>
          <a:xfrm>
            <a:off x="7497139" y="9493918"/>
            <a:ext cx="6433101" cy="1775590"/>
          </a:xfrm>
          <a:prstGeom prst="rect">
            <a:avLst/>
          </a:prstGeom>
          <a:noFill/>
          <a:ln>
            <a:noFill/>
          </a:ln>
        </p:spPr>
      </p:pic>
      <p:pic>
        <p:nvPicPr>
          <p:cNvPr id="110" name="Google Shape;110;p1"/>
          <p:cNvPicPr preferRelativeResize="0"/>
          <p:nvPr/>
        </p:nvPicPr>
        <p:blipFill>
          <a:blip r:embed="rId8">
            <a:alphaModFix/>
          </a:blip>
          <a:stretch>
            <a:fillRect/>
          </a:stretch>
        </p:blipFill>
        <p:spPr>
          <a:xfrm>
            <a:off x="10667600" y="12252364"/>
            <a:ext cx="3881124" cy="3711436"/>
          </a:xfrm>
          <a:prstGeom prst="rect">
            <a:avLst/>
          </a:prstGeom>
          <a:noFill/>
          <a:ln>
            <a:noFill/>
          </a:ln>
        </p:spPr>
      </p:pic>
      <p:pic>
        <p:nvPicPr>
          <p:cNvPr id="111" name="Google Shape;111;p1"/>
          <p:cNvPicPr preferRelativeResize="0"/>
          <p:nvPr/>
        </p:nvPicPr>
        <p:blipFill>
          <a:blip r:embed="rId9">
            <a:alphaModFix/>
          </a:blip>
          <a:stretch>
            <a:fillRect/>
          </a:stretch>
        </p:blipFill>
        <p:spPr>
          <a:xfrm>
            <a:off x="5904861" y="12986301"/>
            <a:ext cx="4744614" cy="2368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2025-04-21T10:03:24Z</dcterms:created>
  <dc:creator>Victor  de la O Pascual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